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407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371600"/>
            <a:ext cx="6035040" cy="3017520"/>
          </a:xfrm>
          <a:prstGeom prst="roundRect">
            <a:avLst>
              <a:gd name="adj" fmla="val 1818"/>
            </a:avLst>
          </a:prstGeom>
          <a:solidFill>
            <a:srgbClr val="1A0810"/>
          </a:solidFill>
          <a:ln w="31750">
            <a:solidFill>
              <a:srgbClr val="F529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PROPOSAL FOR TODD GURLEY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97280" y="20574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</a:t>
            </a:r>
            <a:endParaRPr lang="en-US" sz="76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 BACK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1430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iHeart America × iHeart Australia co-production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pPr indent="0" marL="0">
              <a:buNone/>
            </a:pPr>
            <a:r>
              <a:rPr lang="en-US" sz="2400" dirty="0">
                <a:solidFill>
                  <a:srgbClr val="DCC3C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·  Cam Luke  ·  Armchair Experts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5120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equity in the show that owns American football in Australia.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80960" y="1371600"/>
            <a:ext cx="3657600" cy="4297680"/>
          </a:xfrm>
          <a:prstGeom prst="roundRect">
            <a:avLst>
              <a:gd name="adj" fmla="val 225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95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0956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11 SEP 2026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909560" y="23682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 plays its first ever game in Australia — 100,000 at the MCG.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09560" y="3264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NEW MARKET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909560" y="3575304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football is the fastest-growing sport in Australia, with no dominant local voice.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09560" y="4471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FIRST MOVER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909560" y="47823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 that owns this moment owns the category for a decade.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proposal · prepared for Todd Gurley · August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country discovers the NFL —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 one night.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11 September 2026 the 49ers and Rams play a regular-season game at the Melbourne Cricket Ground. It is the NFL's first game in Australia, in a 100,000-seat stadium, in the country's sporting cathedral. Every Australian sports fan will be watching something they've never seen before.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100k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MCG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NFL's first game on Australian soil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3344418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90722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#1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market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 is a priority international market for the league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185916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2220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voice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established Australian NFL show owns this space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027414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73718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 wks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kick-off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 to launch into the moment is now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83112" cy="1691640"/>
          </a:xfrm>
          <a:prstGeom prst="roundRect">
            <a:avLst>
              <a:gd name="adj" fmla="val 4865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8952" y="4983480"/>
            <a:ext cx="10671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 football in America is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daytime in Australia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week, the best day of American sport lands in the middle of the Australian working week — and nobody is programming for it. That's not a scheduling quirk. That's an unclaimed audience, every single week, for five months a year.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 it Back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weekly NFL show for the Australian market, hosted by Todd Gurley and Cam Luke — an All-Pro who lived it and a broadcaster who translates it. Recorded remotely, released for the Australian Monday.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944368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3310128"/>
            <a:ext cx="3240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NFL season. What happened, what it means, and what to watch — with a player's eye on the tape and a broadcaster's ear for the audience that's just arriving.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1584" y="274320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4464" y="2944368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74464" y="3310128"/>
            <a:ext cx="3240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Todd brings the credibility no Australian show can manufacture: three-time All-Pro, Offensive Player of the Year, a name that opens every door in the league. Cam brings seven years of national broadcast and a built audience.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80248" y="274320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3128" y="2944368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COMMITMENT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63128" y="3310128"/>
            <a:ext cx="3240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two hours a week, remote, in season. Production, editing, distribution and commercial all carried by iHeart and the Armchair team. [CONFIRM: recording cadence &amp; windows]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5230368"/>
            <a:ext cx="11183112" cy="914400"/>
          </a:xfrm>
          <a:prstGeom prst="roundRect">
            <a:avLst>
              <a:gd name="adj" fmla="val 900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544068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name: </a:t>
            </a:r>
            <a:pPr indent="0" marL="0">
              <a:buNone/>
            </a:pPr>
            <a:r>
              <a:rPr lang="en-US" sz="2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 it Back</a:t>
            </a:r>
            <a:pPr indent="0" marL="0"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the run game, the rewatch, and the return. It works for the football, for the format, and for what comes after it.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seasons, one story.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a one-season podcast. It's a three-year run at a market that opens in September and peaks in Los Angeles.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3605784" cy="2606040"/>
          </a:xfrm>
          <a:prstGeom prst="roundRect">
            <a:avLst>
              <a:gd name="adj" fmla="val 3158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926080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3520440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858768"/>
            <a:ext cx="3240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MCG game lands and a country pays attention for the first time. Running it Back launches into the wave with the NFL season behind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1584" y="2743200"/>
            <a:ext cx="3605784" cy="2606040"/>
          </a:xfrm>
          <a:prstGeom prst="roundRect">
            <a:avLst>
              <a:gd name="adj" fmla="val 3158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4464" y="2926080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474464" y="3520440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74464" y="3858768"/>
            <a:ext cx="3240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season builds the weekly ritual — Monday mornings become Running it Back. The audience compounds; the commercial story matures.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0248" y="2743200"/>
            <a:ext cx="3605784" cy="2606040"/>
          </a:xfrm>
          <a:prstGeom prst="roundRect">
            <a:avLst>
              <a:gd name="adj" fmla="val 3158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3128" y="2926080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AA7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2028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63128" y="3520440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&amp; THE GAMES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63128" y="3858768"/>
            <a:ext cx="3240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Olympics come to Todd's city. A track-and-field pedigree plus an NFL platform makes him the only voice who can carry both — and the show runs it back to where it started. [SCOPE TBC]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562356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show with a destination is worth more than a show with a schedule — to audiences, to partners, and to the people who own it.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You don't host it. You own it.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a fee-for-appearance. It's founding equity in a media property built for a market at its starting line — structured so that the upside belongs to the people who make it work.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9224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[X]%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9224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stake in the show entity, alongside iHeart and Armchair. [CONFIRM STRUCTURE]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44418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0722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90722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90722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iHeart America × iHeart Australia co-production: production, distribution and commercial sales across both markets. [CONFIRM COMMITMENTS]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5916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32220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[$X]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332220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per-episode fee alongside the equity, scaling with audience milestones. [CONFIRM MIX]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7414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73718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INPUT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73718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~2 hrs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173718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week, in season, remote. Everything else is carried.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956048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COMPARISON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8952" y="544068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 McAfee licensed his show to ESPN while keeping ownership. The Kelces took New Heights to Amazon. Athlete-owned media is now an asset class — and every one of those deals started as a small show with a big name attached. This is that entry point, in a market with no competition for the seat.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in [brackets] to be confirmed with iHeart before issue · indicative structure only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ALREADY EXISTS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a pitch deck. A platform.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 launches onto infrastructure that's already built and running on live data — every NFL game in Australian time, all 32 teams, every player, and the measurement layer that proves what the audience does.</a:t>
            </a:r>
            <a:endParaRPr lang="en-US" sz="1450" dirty="0"/>
          </a:p>
        </p:txBody>
      </p:sp>
      <p:pic>
        <p:nvPicPr>
          <p:cNvPr id="5" name="Image 0" descr="assets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97480"/>
            <a:ext cx="5532120" cy="3465576"/>
          </a:xfrm>
          <a:prstGeom prst="rect">
            <a:avLst/>
          </a:prstGeom>
        </p:spPr>
      </p:pic>
      <p:pic>
        <p:nvPicPr>
          <p:cNvPr id="6" name="Image 1" descr="assets/adv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97480"/>
            <a:ext cx="5532120" cy="34655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 — live now · built on the Armchair data engine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407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yes to season one.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season. Your name, your voice, your equity. iHeart papers the deal and carries the production; Cam and the Armchair team carry the craft; the platform carries the audience.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02920" y="3017520"/>
            <a:ext cx="3605784" cy="1737360"/>
          </a:xfrm>
          <a:prstGeom prst="roundRect">
            <a:avLst>
              <a:gd name="adj" fmla="val 473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61288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Agree the structure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3767328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Equity, fee and term with iHeart. [TARGET: week of ___]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1584" y="3017520"/>
            <a:ext cx="3605784" cy="1737360"/>
          </a:xfrm>
          <a:prstGeom prst="roundRect">
            <a:avLst>
              <a:gd name="adj" fmla="val 473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4464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3" name="Text 11"/>
          <p:cNvSpPr/>
          <p:nvPr/>
        </p:nvSpPr>
        <p:spPr>
          <a:xfrm>
            <a:off x="4474464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949952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Announce into the moment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74464" y="3767328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ahead of the MCG game — the launch has its own news cycle.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0248" y="3017520"/>
            <a:ext cx="3605784" cy="1737360"/>
          </a:xfrm>
          <a:prstGeom prst="roundRect">
            <a:avLst>
              <a:gd name="adj" fmla="val 473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63128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63128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738616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First episode, Week 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63128" y="3767328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remote, releasing for the Australian Monday.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02920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23036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MCG game happens once. 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 that owns that moment owns American football in Australia — and we'd rather build it with you than around you.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Luke · Armchair Experts · [email] · [phone] — armchair-nfl.vercel.app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2026-08-07T03:28:53Z</dcterms:created>
  <dcterms:modified xsi:type="dcterms:W3CDTF">2026-08-07T03:28:53Z</dcterms:modified>
</cp:coreProperties>
</file>