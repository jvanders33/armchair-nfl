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</a:t>
            </a:r>
            <a:pPr algn="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·</a:t>
            </a:r>
            <a:pPr algn="r"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Experts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74152" y="676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PARTNER · </a:t>
            </a:r>
            <a:pPr algn="r" indent="0" marL="0">
              <a:buNone/>
            </a:pPr>
            <a:r>
              <a:rPr lang="en-US" sz="950" b="1" spc="1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1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Disney+ is really buying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impressions — a pre-qualified pool of streaming-ready NFL fans, indexed exactly where the league wants Australian growth.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000k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audience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audio, video &amp; social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316986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3290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00%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Watch-through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completion on the video show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176772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3076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00%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18–34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NFL's core AU growth demo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036558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2862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000k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reach / mo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TikTok combined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6537960" cy="1938528"/>
          </a:xfrm>
          <a:prstGeom prst="roundRect">
            <a:avLst>
              <a:gd name="adj" fmla="val 4245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480560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828032"/>
            <a:ext cx="6135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NFL-curious but under-served — no trusted Australian voice, no clear place to watch.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Streaming-native: they subscribe readily and follow talent across platforms.</a:t>
            </a:r>
            <a:endParaRPr lang="en-US" sz="1250" dirty="0"/>
          </a:p>
          <a:p>
            <a:pPr marL="342900" indent="-342900">
              <a:lnSpc>
                <a:spcPct val="102000"/>
              </a:lnSpc>
              <a:buSzPct val="100000"/>
              <a:buChar char="▸"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in the metro markets and the exact demo Disney+ and the NFL both want.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4315968"/>
            <a:ext cx="4462272" cy="1938528"/>
          </a:xfrm>
          <a:prstGeom prst="roundRect">
            <a:avLst>
              <a:gd name="adj" fmla="val 4245"/>
            </a:avLst>
          </a:prstGeom>
          <a:solidFill>
            <a:srgbClr val="16273F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449884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DISNEY+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70648" y="4919472"/>
            <a:ext cx="4059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slide is inventory. This is the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to buy it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audited reach, engaged completion, and fit.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replace bracketed figures with Armchair's actuals (downloads, watch-time, audience survey, socials). Concept for pitch purposes; not affiliated with the NFL, ESPN or Disney+.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</a:t>
            </a:r>
            <a:pPr algn="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·</a:t>
            </a:r>
            <a:pPr algn="r"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Experts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74152" y="676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PARTNER · </a:t>
            </a:r>
            <a:pPr algn="r" indent="0" marL="0">
              <a:buNone/>
            </a:pPr>
            <a:r>
              <a:rPr lang="en-US" sz="950" b="1" spc="1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100" b="1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prove it drove subscriptions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“awareness” into a number Disney+ can bank — one tracked path from a mention to a sign-up.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Awareness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social &amp; the iHeart network put the NFL story in front of fans.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6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&amp; impressions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34106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6986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3290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Intent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tracked deep-link &amp; on-air promo code in every episode.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63290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6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93892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6772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3076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Conversion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co-branded, code-gated giveaway page captures the referral.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3076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6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sign-ups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53678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6558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2862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FB02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3F6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 it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dashboard reconciles spend against sign-ups fortnightly.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2862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6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acquisition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6537960" cy="1572768"/>
          </a:xfrm>
          <a:prstGeom prst="roundRect">
            <a:avLst>
              <a:gd name="adj" fmla="val 5233"/>
            </a:avLst>
          </a:prstGeom>
          <a:solidFill>
            <a:srgbClr val="132339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828032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WIRED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5157216"/>
            <a:ext cx="6135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UTM deep-link &amp; Disney+ promo code per episode — credit is unambiguous.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giveaway landing page that gates entry behind the sign-up path.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fortnightly report to Disney+ — reach, clicks, sign-ups, CPA. Nothing behind the curtain.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4681728"/>
            <a:ext cx="4462272" cy="1572768"/>
          </a:xfrm>
          <a:prstGeom prst="roundRect">
            <a:avLst>
              <a:gd name="adj" fmla="val 5233"/>
            </a:avLst>
          </a:prstGeom>
          <a:solidFill>
            <a:srgbClr val="16273F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484632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UNLOCK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70648" y="5212080"/>
            <a:ext cx="4059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“Watch on Disney+”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tap in the weekly hub is one of these tracked links. The product and the measurement are the same system.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Draft. Palette &amp; type match the “What to Watch” hub prototype so the pitch reads as one platform. Concept for pitch purposes; not affiliated with the NFL, ESPN or Disney+.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2026-08-03T11:16:58Z</dcterms:created>
  <dcterms:modified xsi:type="dcterms:W3CDTF">2026-08-03T11:16:58Z</dcterms:modified>
</cp:coreProperties>
</file>