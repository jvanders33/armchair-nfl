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Who Disney+ is really buying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impressions — a pre-qualified pool of streaming-ready NFL fans, indexed exactly where the league wants Australian growth.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audience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audio, video &amp; social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316986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3290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Watch-through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completion on the video show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176772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3076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18–34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NFL's core AU growth demo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036558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2862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reach / mo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+ TikTok combined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57200" y="4315968"/>
            <a:ext cx="6537960" cy="1938528"/>
          </a:xfrm>
          <a:prstGeom prst="roundRect">
            <a:avLst>
              <a:gd name="adj" fmla="val 424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480560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4828032"/>
            <a:ext cx="6135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NFL-curious but under-served — no trusted Australian voice, no clear place to watch.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Streaming-native: they subscribe readily and follow talent across platforms.</a:t>
            </a:r>
            <a:endParaRPr lang="en-US" sz="1250" dirty="0"/>
          </a:p>
          <a:p>
            <a:pPr marL="342900" indent="-342900">
              <a:lnSpc>
                <a:spcPct val="102000"/>
              </a:lnSpc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in the metro markets and the exact demo Disney+ and the NFL both want.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315968"/>
            <a:ext cx="4462272" cy="1938528"/>
          </a:xfrm>
          <a:prstGeom prst="roundRect">
            <a:avLst>
              <a:gd name="adj" fmla="val 4245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4498848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TO DISNEY+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70648" y="4919472"/>
            <a:ext cx="40599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slide is inventory. This is the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to buy it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audited reach, engaged completion, and fit.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— replace bracketed figures with Armchair's actuals (downloads, watch-time, audience survey, socials). Live platform: armchair-nfl.vercel.app.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we prove it drove subscriptions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“awareness” into a number Disney+ can bank — one tracked path from a mention to a sign-up.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Awareness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social &amp; the iHeart network put the NFL story in front of fans.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&amp; impressions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34106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16986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3290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Intent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tracked deep-link &amp; on-air promo code in every episode.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3290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Click-through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93892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6772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3076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Conversion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co-branded, code-gated giveaway page captures the referral.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23076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Attributed sign-ups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853678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36558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2862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Prove it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dashboard reconciles spend against sign-ups fortnightly.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82862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acquisition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6537960" cy="1572768"/>
          </a:xfrm>
          <a:prstGeom prst="roundRect">
            <a:avLst>
              <a:gd name="adj" fmla="val 523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828032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IT'S WIRED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57216"/>
            <a:ext cx="6135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UTM deep-link &amp; Disney+ promo code per episode — credit is unambiguous.</a:t>
            </a:r>
            <a:endParaRPr lang="en-US" sz="12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giveaway landing page that gates entry behind the sign-up path.</a:t>
            </a:r>
            <a:endParaRPr lang="en-US" sz="1200" dirty="0"/>
          </a:p>
          <a:p>
            <a:pPr marL="342900" indent="-342900">
              <a:lnSpc>
                <a:spcPct val="102000"/>
              </a:lnSpc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fortnightly report to Disney+ — reach, clicks, sign-ups, CPA. Nothing behind the curtain.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69480" y="4681728"/>
            <a:ext cx="4462272" cy="1572768"/>
          </a:xfrm>
          <a:prstGeom prst="roundRect">
            <a:avLst>
              <a:gd name="adj" fmla="val 5233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4846320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UNLOCK — ALREADY LIVE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5212080"/>
            <a:ext cx="4059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“Watch on Disney+”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tap in the hub is one of these tracked links — and the hub is running today at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Product and measurement are the same system.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platform: armchair-nfl.vercel.app — palette &amp; type match, so the pitch reads as one system.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— LIVE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concept. It's running.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utility layer from this deck is built and live on real NFL data — every game in Australian time, the MCG countdown, tracked Disney+ taps, and the partner dashboard that proves what they drove.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0624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8" name="Image 0" descr="assets/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95728"/>
            <a:ext cx="5532120" cy="3466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What to Watch hub — Road to the G countdown, the Experts' calls, every kickoff in AEST/AWST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163056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11" name="Image 1" descr="assets/part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2395728"/>
            <a:ext cx="5532120" cy="34667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99632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 dashboard — taps by storyline, the funnel, attribution wired end-to-end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6484315"/>
            <a:ext cx="11274552" cy="713232"/>
          </a:xfrm>
          <a:prstGeom prst="roundRect">
            <a:avLst>
              <a:gd name="adj" fmla="val 11538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6612331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now — </a:t>
            </a:r>
            <a:pPr algn="ctr" indent="0" marL="0">
              <a:buNone/>
            </a:pPr>
            <a:r>
              <a:rPr lang="en-US" sz="2200" b="1" spc="5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armchair-nfl.vercel.app</a:t>
            </a:r>
            <a:pPr algn="ctr" indent="0" marL="0">
              <a:buNone/>
            </a:pPr>
            <a:r>
              <a:rPr lang="en-US" sz="11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live schedule, 32 team pages, player stats, the lot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are the live product on real ESPN data, 2026-08-03. Built on the ListTrac engine.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2026-08-03T22:48:37Z</dcterms:created>
  <dcterms:modified xsi:type="dcterms:W3CDTF">2026-08-03T22:48:37Z</dcterms:modified>
</cp:coreProperties>
</file>