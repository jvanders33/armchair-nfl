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lywhe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7415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</a:t>
            </a:r>
            <a:pPr algn="r"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·</a:t>
            </a:r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Experts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74152" y="6766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PARTNER · </a:t>
            </a:r>
            <a:pPr algn="r" indent="0" marL="0">
              <a:buNone/>
            </a:pPr>
            <a:r>
              <a:rPr lang="en-US" sz="950" b="1" spc="1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Disney+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749808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1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Who Disney+ is really buying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impressions — a pre-qualified pool of streaming-ready NFL fans, indexed exactly where the league wants Australian growth.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000k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audience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audio, video &amp; social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316986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3290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00%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Watch-through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completion on the video show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176772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3076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00%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18–34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NFL's core AU growth demo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036558" y="2697480"/>
            <a:ext cx="2695194" cy="1417320"/>
          </a:xfrm>
          <a:prstGeom prst="roundRect">
            <a:avLst>
              <a:gd name="adj" fmla="val 5806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2862" y="2825496"/>
            <a:ext cx="240258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000k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reach / mo</a:t>
            </a:r>
            <a:endParaRPr lang="en-US" sz="34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+ TikTok combined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457200" y="4315968"/>
            <a:ext cx="6537960" cy="1938528"/>
          </a:xfrm>
          <a:prstGeom prst="roundRect">
            <a:avLst>
              <a:gd name="adj" fmla="val 424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480560"/>
            <a:ext cx="6135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THEY ARE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4828032"/>
            <a:ext cx="6135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▸"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NFL-curious but under-served — no trusted Australian voice, no clear place to watch.</a:t>
            </a:r>
            <a:endParaRPr lang="en-US" sz="12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▸"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Streaming-native: they subscribe readily and follow talent across platforms.</a:t>
            </a:r>
            <a:endParaRPr lang="en-US" sz="1250" dirty="0"/>
          </a:p>
          <a:p>
            <a:pPr marL="342900" indent="-342900">
              <a:lnSpc>
                <a:spcPct val="102000"/>
              </a:lnSpc>
              <a:buSzPct val="100000"/>
              <a:buChar char="▸"/>
            </a:pPr>
            <a:r>
              <a:rPr lang="en-US" sz="125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in the metro markets and the exact demo Disney+ and the NFL both want.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69480" y="4315968"/>
            <a:ext cx="4462272" cy="1938528"/>
          </a:xfrm>
          <a:prstGeom prst="roundRect">
            <a:avLst>
              <a:gd name="adj" fmla="val 4245"/>
            </a:avLst>
          </a:prstGeom>
          <a:solidFill>
            <a:srgbClr val="2A111B"/>
          </a:solidFill>
          <a:ln w="12700">
            <a:solidFill>
              <a:srgbClr val="2E5B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0648" y="4498848"/>
            <a:ext cx="405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TO DISNEY+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470648" y="4919472"/>
            <a:ext cx="405993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slide is inventory. This is the </a:t>
            </a:r>
            <a:pPr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 to buy it</a:t>
            </a:r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audited reach, engaged completion, and fit.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— replace bracketed figures with Armchair's actuals (downloads, watch-time, audience survey, socials). Live platform: armchair-nfl.vercel.app. Concept for pitch purposes; not affiliated with the NFL, ESPN or Disney+.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7415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</a:t>
            </a:r>
            <a:pPr algn="r"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·</a:t>
            </a:r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Experts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74152" y="6766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PARTNER · </a:t>
            </a:r>
            <a:pPr algn="r" indent="0" marL="0">
              <a:buNone/>
            </a:pPr>
            <a:r>
              <a:rPr lang="en-US" sz="950" b="1" spc="1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Disney+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749808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1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How we prove it drove subscriptions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“awareness” into a number Disney+ can bank — one tracked path from a mention to a sign-up.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01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Awareness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Show, social &amp; the iHeart network put the NFL story in front of fans.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3504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&amp; impressions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134106" y="33649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16986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3290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Intent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unique tracked deep-link &amp; on-air promo code in every episode.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63290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Click-through rate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93892" y="33649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6772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3076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Conversion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co-branded, code-gated giveaway page captures the referral.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23076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Attributed sign-ups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853678" y="3364992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36558" y="2697480"/>
            <a:ext cx="2695194" cy="1847088"/>
          </a:xfrm>
          <a:prstGeom prst="roundRect">
            <a:avLst>
              <a:gd name="adj" fmla="val 4455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2862" y="2825496"/>
            <a:ext cx="240258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spc="20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600" b="1" spc="50" kern="0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Prove it</a:t>
            </a:r>
            <a:endParaRPr lang="en-US" sz="1600" dirty="0"/>
          </a:p>
          <a:p>
            <a:pPr indent="0" mar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9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dashboard reconciles spend against sign-ups fortnightly.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82862" y="3977640"/>
            <a:ext cx="24025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</a:t>
            </a:r>
            <a:endParaRPr lang="en-US" sz="8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50" b="1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acquisition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6537960" cy="1572768"/>
          </a:xfrm>
          <a:prstGeom prst="roundRect">
            <a:avLst>
              <a:gd name="adj" fmla="val 5233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4828032"/>
            <a:ext cx="6135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IT'S WIRED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157216"/>
            <a:ext cx="61356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unique UTM deep-link &amp; Disney+ promo code per episode — credit is unambiguous.</a:t>
            </a:r>
            <a:endParaRPr lang="en-US" sz="12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giveaway landing page that gates entry behind the sign-up path.</a:t>
            </a:r>
            <a:endParaRPr lang="en-US" sz="1200" dirty="0"/>
          </a:p>
          <a:p>
            <a:pPr marL="342900" indent="-342900">
              <a:lnSpc>
                <a:spcPct val="102000"/>
              </a:lnSpc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fortnightly report to Disney+ — reach, clicks, sign-ups, CPA. Nothing behind the curtain.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69480" y="4681728"/>
            <a:ext cx="4462272" cy="1572768"/>
          </a:xfrm>
          <a:prstGeom prst="roundRect">
            <a:avLst>
              <a:gd name="adj" fmla="val 5233"/>
            </a:avLst>
          </a:prstGeom>
          <a:solidFill>
            <a:srgbClr val="2A111B"/>
          </a:solidFill>
          <a:ln w="12700">
            <a:solidFill>
              <a:srgbClr val="2E5B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70648" y="4846320"/>
            <a:ext cx="405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UNLOCK — ALREADY LIVE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5212080"/>
            <a:ext cx="4059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</a:t>
            </a:r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“Watch on Disney+”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tap in the hub is one of these tracked links — and the hub is running today at </a:t>
            </a:r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armchair-nfl.vercel.app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Product and measurement are the same system.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platform: armchair-nfl.vercel.app — palette &amp; type match, so the pitch reads as one system. Concept for pitch purposes; not affiliated with the NFL, ESPN or Disney+.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7415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</a:t>
            </a:r>
            <a:pPr algn="r" indent="0" marL="0">
              <a:buNone/>
            </a:pPr>
            <a:r>
              <a:rPr lang="en-US" sz="1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·</a:t>
            </a:r>
            <a:pPr algn="r" indent="0" marL="0">
              <a:buNone/>
            </a:pPr>
            <a:r>
              <a:rPr lang="en-US" sz="1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Experts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74152" y="6766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PARTNER · </a:t>
            </a:r>
            <a:pPr algn="r" indent="0" marL="0">
              <a:buNone/>
            </a:pPr>
            <a:r>
              <a:rPr lang="en-US" sz="950" b="1" spc="1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Disney+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— LIVE NOW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749808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1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Not a concept. It's running.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utility layer from this deck is built and live on real NFL data — every game in Australian time, the MCG countdown, tracked Disney+ taps, and the partner dashboard that proves what they drove.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0624" y="2359152"/>
            <a:ext cx="5605272" cy="3539947"/>
          </a:xfrm>
          <a:prstGeom prst="roundRect">
            <a:avLst>
              <a:gd name="adj" fmla="val 1550"/>
            </a:avLst>
          </a:prstGeom>
          <a:solidFill>
            <a:srgbClr val="1E0C13"/>
          </a:solidFill>
          <a:ln w="15875">
            <a:solidFill>
              <a:srgbClr val="F5294B"/>
            </a:solidFill>
            <a:prstDash val="solid"/>
          </a:ln>
        </p:spPr>
      </p:sp>
      <p:pic>
        <p:nvPicPr>
          <p:cNvPr id="8" name="Image 0" descr="assets/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95728"/>
            <a:ext cx="5532120" cy="346679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935675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What to Watch hub — Road to the G countdown, the Experts' calls, every kickoff in AEST/AWST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163056" y="2359152"/>
            <a:ext cx="5605272" cy="3539947"/>
          </a:xfrm>
          <a:prstGeom prst="roundRect">
            <a:avLst>
              <a:gd name="adj" fmla="val 1550"/>
            </a:avLst>
          </a:prstGeom>
          <a:solidFill>
            <a:srgbClr val="1E0C13"/>
          </a:solidFill>
          <a:ln w="15875">
            <a:solidFill>
              <a:srgbClr val="F5294B"/>
            </a:solidFill>
            <a:prstDash val="solid"/>
          </a:ln>
        </p:spPr>
      </p:sp>
      <p:pic>
        <p:nvPicPr>
          <p:cNvPr id="11" name="Image 1" descr="assets/part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2395728"/>
            <a:ext cx="5532120" cy="34667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199632" y="5935675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partner dashboard — taps by storyline, the funnel, attribution wired end-to-end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57200" y="6484315"/>
            <a:ext cx="11274552" cy="713232"/>
          </a:xfrm>
          <a:prstGeom prst="roundRect">
            <a:avLst>
              <a:gd name="adj" fmla="val 11538"/>
            </a:avLst>
          </a:prstGeom>
          <a:solidFill>
            <a:srgbClr val="2A111B"/>
          </a:solidFill>
          <a:ln w="12700">
            <a:solidFill>
              <a:srgbClr val="2E5B8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31520" y="6612331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now — </a:t>
            </a:r>
            <a:pPr algn="ctr" indent="0" marL="0">
              <a:buNone/>
            </a:pPr>
            <a:r>
              <a:rPr lang="en-US" sz="2200" b="1" spc="50" kern="0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armchair-nfl.vercel.app</a:t>
            </a:r>
            <a:pPr algn="ctr" indent="0" marL="0">
              <a:buNone/>
            </a:pPr>
            <a:r>
              <a:rPr lang="en-US" sz="11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live schedule, 32 team pages, player stats, the lot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are the live product on real ESPN data, 2026-08-03. Built on the ListTrac engine. Concept for pitch purposes; not affiliated with the NFL, ESPN or Disney+.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2026-08-03T23:01:31Z</dcterms:created>
  <dcterms:modified xsi:type="dcterms:W3CDTF">2026-08-03T23:01:31Z</dcterms:modified>
</cp:coreProperties>
</file>